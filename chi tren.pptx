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9"/>
    <p:restoredTop sz="94682"/>
  </p:normalViewPr>
  <p:slideViewPr>
    <p:cSldViewPr snapToGrid="0">
      <p:cViewPr varScale="1">
        <p:scale>
          <a:sx n="106" d="100"/>
          <a:sy n="106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1538C-3A26-D0EA-C289-F31999780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57FDE-A4CF-6E81-6BBA-2CD323933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C779E-EA10-8EC6-A45F-B4A0FF8A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EAD4-D7E7-6742-B358-834475E0FAC5}" type="datetimeFigureOut">
              <a:rPr lang="en-VN" smtClean="0"/>
              <a:t>20/9/26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69FCE-8021-01B9-F514-026D65F5A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B430A-3627-E427-A6F0-D5C7B822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48BF-A0A5-924F-AEE7-2BBE9E39C0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7390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2962D-CCFA-00E7-F54C-46F1047B4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0912-AFF2-A989-4B1D-23EAA8758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42B2E-451C-A7D1-4302-E378D0E00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EAD4-D7E7-6742-B358-834475E0FAC5}" type="datetimeFigureOut">
              <a:rPr lang="en-VN" smtClean="0"/>
              <a:t>20/9/26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455E4-02A2-5A25-B80C-588C1300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04821-AC66-300F-0009-C6321FAB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48BF-A0A5-924F-AEE7-2BBE9E39C0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3545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3FE52-DA44-E266-2689-F8BAE5710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BB7C3-EB1E-7FE5-73E8-D7F164704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4AABF-7B6C-A8FC-6B8A-CB64945D4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EAD4-D7E7-6742-B358-834475E0FAC5}" type="datetimeFigureOut">
              <a:rPr lang="en-VN" smtClean="0"/>
              <a:t>20/9/26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1B7F3-3289-152B-4A29-05C88B47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E2791-3560-51E2-CEF7-487DBF0F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48BF-A0A5-924F-AEE7-2BBE9E39C0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8090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224BA-BC84-4D66-D98D-99F6BF66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5EAE-4674-8112-9FB4-B341EC7DA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EB224-136C-9809-AB3C-76DF034E0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08AB0-52C6-3C5E-77D3-5DD92D6E2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EAD4-D7E7-6742-B358-834475E0FAC5}" type="datetimeFigureOut">
              <a:rPr lang="en-VN" smtClean="0"/>
              <a:t>20/9/26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84EC6-D604-75FA-4381-44174FAD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28BBB-F130-478A-5EE5-06BD5AF6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48BF-A0A5-924F-AEE7-2BBE9E39C0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99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2068-2F77-8D55-D1D4-DDA945EF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85511-3801-2C85-7068-546ACFB4B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627BFF-A7BF-21F8-8C3D-807B595D7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434F6-AB83-8B25-342A-59E4E9514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E61C8C-38FB-BCAA-AC5B-32C69DCC2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C9AEB3-DAFA-AF9A-2E27-A6FD1776A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EAD4-D7E7-6742-B358-834475E0FAC5}" type="datetimeFigureOut">
              <a:rPr lang="en-VN" smtClean="0"/>
              <a:t>20/9/26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34930F-FF7C-2C87-47DF-4A28518F1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9D68D3-9478-1C10-C42E-5FBD9C4A7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48BF-A0A5-924F-AEE7-2BBE9E39C0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1887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29592-CB65-F9CD-F387-3B1E790C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12577-24A3-EEBF-F54E-0BEDA8879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EAD4-D7E7-6742-B358-834475E0FAC5}" type="datetimeFigureOut">
              <a:rPr lang="en-VN" smtClean="0"/>
              <a:t>20/9/26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08126-A619-37C3-35A1-AEBE3BFEC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3AB3C-DA9E-3754-EB0A-74763957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48BF-A0A5-924F-AEE7-2BBE9E39C0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67000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87229B-218C-5951-F439-E33873114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EAD4-D7E7-6742-B358-834475E0FAC5}" type="datetimeFigureOut">
              <a:rPr lang="en-VN" smtClean="0"/>
              <a:t>20/9/26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965D-72E4-F4D6-9C47-71056881E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16BA0-BEF4-2793-AD8C-4D32B833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48BF-A0A5-924F-AEE7-2BBE9E39C0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0803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C1841-5E24-56E6-2A9E-10449444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44D16-657F-9678-6ED8-E8FAFD8D9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76166-1443-2DAB-BE46-F892604F6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EE0EC-5869-16F4-5B70-1C15D026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EAD4-D7E7-6742-B358-834475E0FAC5}" type="datetimeFigureOut">
              <a:rPr lang="en-VN" smtClean="0"/>
              <a:t>20/9/26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220D0-CA28-4E6C-117A-9E1E9501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A1ABB-80E7-B843-6146-8C0BBD5A9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48BF-A0A5-924F-AEE7-2BBE9E39C0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5867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0D0E-0F83-EAE2-F6BB-6FB53A29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6481A8-D7EE-504B-20F2-D8B83C6B5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26D4A-108B-56B3-D530-70E376F55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808AC-270F-C82B-66A0-226E7F863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EAD4-D7E7-6742-B358-834475E0FAC5}" type="datetimeFigureOut">
              <a:rPr lang="en-VN" smtClean="0"/>
              <a:t>20/9/26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3284B-C4CF-4490-8999-3381C9D18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FBE3F-7B9F-D6C0-24F6-34E9DF7D1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48BF-A0A5-924F-AEE7-2BBE9E39C0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7443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A9F2-563F-5F2A-A7EE-845B5FD1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8D0C5-C542-CC03-774B-B67BB8FCF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DA0F6-6F5F-774C-45CF-EA930F7DD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EAD4-D7E7-6742-B358-834475E0FAC5}" type="datetimeFigureOut">
              <a:rPr lang="en-VN" smtClean="0"/>
              <a:t>20/9/26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D02DE-6967-31EA-2161-D02AD59D1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A5AAC-A6BF-F041-697F-10D27315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48BF-A0A5-924F-AEE7-2BBE9E39C0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2784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72A41E-2B7D-3D3A-22E1-018735DEC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65D68-2814-9CD6-6AE6-8857856AA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06A3B-557A-372A-6EDD-C5DA8ED1A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EAD4-D7E7-6742-B358-834475E0FAC5}" type="datetimeFigureOut">
              <a:rPr lang="en-VN" smtClean="0"/>
              <a:t>20/9/26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BCBA9-FA6D-6DDD-027C-A18CDEFE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6C17E-1E88-A3EF-0160-05737C3C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48BF-A0A5-924F-AEE7-2BBE9E39C0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2971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59ECD-C57E-6481-6FE3-EC8D381F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99884-1762-BFEE-B569-E3C01AF6D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B2953-5EF0-8C03-0B92-C5A32C46D6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9EAD4-D7E7-6742-B358-834475E0FAC5}" type="datetimeFigureOut">
              <a:rPr lang="en-VN" smtClean="0"/>
              <a:t>20/9/26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0538-EF29-3425-7D53-FA11D09E6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29B70-D226-4E32-A15B-929BB8532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848BF-A0A5-924F-AEE7-2BBE9E39C0A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1317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BBC50AC-B32E-FDA3-C6DF-1355ED311FF5}"/>
              </a:ext>
            </a:extLst>
          </p:cNvPr>
          <p:cNvGrpSpPr/>
          <p:nvPr/>
        </p:nvGrpSpPr>
        <p:grpSpPr>
          <a:xfrm>
            <a:off x="3840923" y="517005"/>
            <a:ext cx="4117743" cy="5823990"/>
            <a:chOff x="3840923" y="517005"/>
            <a:chExt cx="4117743" cy="582399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EA9F7C9-475D-7CC1-8AC5-2451C48D2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0923" y="517005"/>
              <a:ext cx="4117743" cy="582399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C1579C8-E405-802F-CAAD-D556F9946A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1580" y="4829695"/>
              <a:ext cx="873540" cy="73034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17C405B-9AF5-1D0E-432E-70187A31E383}"/>
                </a:ext>
              </a:extLst>
            </p:cNvPr>
            <p:cNvSpPr/>
            <p:nvPr/>
          </p:nvSpPr>
          <p:spPr>
            <a:xfrm>
              <a:off x="6523234" y="4507580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84EA73-8BD2-9A8E-8F2E-1D34B2E83D11}"/>
              </a:ext>
            </a:extLst>
          </p:cNvPr>
          <p:cNvGrpSpPr/>
          <p:nvPr/>
        </p:nvGrpSpPr>
        <p:grpSpPr>
          <a:xfrm>
            <a:off x="3993323" y="669405"/>
            <a:ext cx="4117743" cy="5823990"/>
            <a:chOff x="3840923" y="517005"/>
            <a:chExt cx="4117743" cy="582399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0387849-DB82-563A-277D-FC699CBE2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0923" y="517005"/>
              <a:ext cx="4117743" cy="582399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12A7902-1A7F-A9CE-FEE5-FC74963888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1580" y="4829695"/>
              <a:ext cx="873540" cy="73034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51EF1D9-1D2B-5791-4011-B40C38080BFF}"/>
                </a:ext>
              </a:extLst>
            </p:cNvPr>
            <p:cNvSpPr/>
            <p:nvPr/>
          </p:nvSpPr>
          <p:spPr>
            <a:xfrm>
              <a:off x="6523234" y="4507580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</p:spTree>
    <p:extLst>
      <p:ext uri="{BB962C8B-B14F-4D97-AF65-F5344CB8AC3E}">
        <p14:creationId xmlns:p14="http://schemas.microsoft.com/office/powerpoint/2010/main" val="167593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43672-C163-B9E3-8377-B8BB6717C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B44AA2A-BE71-3850-62BA-ACCABD96A3E1}"/>
              </a:ext>
            </a:extLst>
          </p:cNvPr>
          <p:cNvGrpSpPr/>
          <p:nvPr/>
        </p:nvGrpSpPr>
        <p:grpSpPr>
          <a:xfrm>
            <a:off x="3840923" y="517005"/>
            <a:ext cx="4117743" cy="5823990"/>
            <a:chOff x="3840923" y="517005"/>
            <a:chExt cx="4117743" cy="582399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88FFDC1-F5F0-1346-9143-4CED1C9EA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0923" y="517005"/>
              <a:ext cx="4117743" cy="582399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21338E6-9E38-49B1-551F-CDA8A6A01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1580" y="4829695"/>
              <a:ext cx="873540" cy="73034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E15948B-F044-CAC3-D93A-A29EED7FDB77}"/>
                </a:ext>
              </a:extLst>
            </p:cNvPr>
            <p:cNvSpPr/>
            <p:nvPr/>
          </p:nvSpPr>
          <p:spPr>
            <a:xfrm>
              <a:off x="6523234" y="4507580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BE7176-BE4B-EBD3-CD40-53E27FAAD389}"/>
              </a:ext>
            </a:extLst>
          </p:cNvPr>
          <p:cNvGrpSpPr/>
          <p:nvPr/>
        </p:nvGrpSpPr>
        <p:grpSpPr>
          <a:xfrm>
            <a:off x="3993323" y="669405"/>
            <a:ext cx="4117743" cy="5823990"/>
            <a:chOff x="3840923" y="517005"/>
            <a:chExt cx="4117743" cy="582399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14350EF-3321-7917-972D-03F9A67F8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0923" y="517005"/>
              <a:ext cx="4117743" cy="582399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DAB1E4A-DF3D-121F-2CDB-141F51EF3A2C}"/>
                </a:ext>
              </a:extLst>
            </p:cNvPr>
            <p:cNvCxnSpPr>
              <a:cxnSpLocks/>
            </p:cNvCxnSpPr>
            <p:nvPr/>
          </p:nvCxnSpPr>
          <p:spPr>
            <a:xfrm>
              <a:off x="4997669" y="5497515"/>
              <a:ext cx="580017" cy="277572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4FCD71-9B3C-B720-464F-F55C9F577ACA}"/>
                </a:ext>
              </a:extLst>
            </p:cNvPr>
            <p:cNvSpPr/>
            <p:nvPr/>
          </p:nvSpPr>
          <p:spPr>
            <a:xfrm>
              <a:off x="4552661" y="5152081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71832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77766-5494-BA31-F4E0-89F336BB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ED5A8A2-05AC-E8B6-C216-C3DBB3169429}"/>
              </a:ext>
            </a:extLst>
          </p:cNvPr>
          <p:cNvGrpSpPr/>
          <p:nvPr/>
        </p:nvGrpSpPr>
        <p:grpSpPr>
          <a:xfrm>
            <a:off x="3840923" y="517005"/>
            <a:ext cx="4117743" cy="5823990"/>
            <a:chOff x="3840923" y="517005"/>
            <a:chExt cx="4117743" cy="582399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ADE4545-8F17-79BA-77BF-8E17B2F48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0923" y="517005"/>
              <a:ext cx="4117743" cy="582399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913EEB0-70EF-5806-B55C-140BD94CE0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1580" y="4829695"/>
              <a:ext cx="873540" cy="73034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924BDF6-7577-99BD-62BA-7CDD9E621383}"/>
                </a:ext>
              </a:extLst>
            </p:cNvPr>
            <p:cNvSpPr/>
            <p:nvPr/>
          </p:nvSpPr>
          <p:spPr>
            <a:xfrm>
              <a:off x="6523234" y="4507580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ECFF927-51CF-CAF8-865B-75D3B1E89066}"/>
              </a:ext>
            </a:extLst>
          </p:cNvPr>
          <p:cNvGrpSpPr/>
          <p:nvPr/>
        </p:nvGrpSpPr>
        <p:grpSpPr>
          <a:xfrm>
            <a:off x="3993323" y="669405"/>
            <a:ext cx="4117743" cy="5823990"/>
            <a:chOff x="3840923" y="517005"/>
            <a:chExt cx="4117743" cy="582399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F4844A7-7114-7870-B8ED-37FED4307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0923" y="517005"/>
              <a:ext cx="4117743" cy="582399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99582D6-B51F-F416-3023-0B9B7F0176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9794" y="3364523"/>
              <a:ext cx="1056256" cy="17913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640DCAD-D955-D86B-D8AE-0C322D9D0150}"/>
                </a:ext>
              </a:extLst>
            </p:cNvPr>
            <p:cNvSpPr/>
            <p:nvPr/>
          </p:nvSpPr>
          <p:spPr>
            <a:xfrm>
              <a:off x="6739642" y="3102378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297112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9AAEF-354A-0CF9-61CD-BB88984B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549AA58-DC16-E315-125A-AF982089A5D9}"/>
              </a:ext>
            </a:extLst>
          </p:cNvPr>
          <p:cNvGrpSpPr/>
          <p:nvPr/>
        </p:nvGrpSpPr>
        <p:grpSpPr>
          <a:xfrm>
            <a:off x="3840923" y="517005"/>
            <a:ext cx="4117743" cy="5823990"/>
            <a:chOff x="3840923" y="517005"/>
            <a:chExt cx="4117743" cy="582399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15E72A-59D5-22EC-2FEC-D5C3176FD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0923" y="517005"/>
              <a:ext cx="4117743" cy="582399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D51F2D1-1D6E-EAF0-1852-61828F714B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1580" y="4829695"/>
              <a:ext cx="873540" cy="73034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6762AB-3BF0-73EB-EC0C-C30310F5A6E3}"/>
                </a:ext>
              </a:extLst>
            </p:cNvPr>
            <p:cNvSpPr/>
            <p:nvPr/>
          </p:nvSpPr>
          <p:spPr>
            <a:xfrm>
              <a:off x="6523234" y="4507580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197FD6-9143-5C27-3663-1FDF8B7E9363}"/>
              </a:ext>
            </a:extLst>
          </p:cNvPr>
          <p:cNvGrpSpPr/>
          <p:nvPr/>
        </p:nvGrpSpPr>
        <p:grpSpPr>
          <a:xfrm>
            <a:off x="3993323" y="669405"/>
            <a:ext cx="4117743" cy="5823990"/>
            <a:chOff x="3840923" y="517005"/>
            <a:chExt cx="4117743" cy="582399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1F81565-370D-9BC5-CF66-4578B4796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0923" y="517005"/>
              <a:ext cx="4117743" cy="582399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B0DC63F-EFBE-63A0-2B1C-FB6BCC12AF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5314" y="5284124"/>
              <a:ext cx="604328" cy="206992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A4A7F8-1B50-D044-3828-9050FFCD39DE}"/>
                </a:ext>
              </a:extLst>
            </p:cNvPr>
            <p:cNvSpPr/>
            <p:nvPr/>
          </p:nvSpPr>
          <p:spPr>
            <a:xfrm>
              <a:off x="6550112" y="4966826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244586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4171-F286-96F9-8539-EF8D9EBC1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A4AC564-66C4-1086-ED2B-8133B1F29B57}"/>
              </a:ext>
            </a:extLst>
          </p:cNvPr>
          <p:cNvGrpSpPr/>
          <p:nvPr/>
        </p:nvGrpSpPr>
        <p:grpSpPr>
          <a:xfrm>
            <a:off x="3840923" y="517005"/>
            <a:ext cx="4117743" cy="5823990"/>
            <a:chOff x="3840923" y="517005"/>
            <a:chExt cx="4117743" cy="582399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DAEC80A-653F-A179-B019-948DAB12E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0923" y="517005"/>
              <a:ext cx="4117743" cy="582399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C958ED5-2E1C-0EF3-57CF-DC6B7D4D73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1580" y="4829695"/>
              <a:ext cx="873540" cy="73034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1D28641-4A70-50AC-327F-3D9282BB6CE8}"/>
                </a:ext>
              </a:extLst>
            </p:cNvPr>
            <p:cNvSpPr/>
            <p:nvPr/>
          </p:nvSpPr>
          <p:spPr>
            <a:xfrm>
              <a:off x="6523234" y="4507580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74C7399-B9A6-A0AD-6487-248DED82F02D}"/>
              </a:ext>
            </a:extLst>
          </p:cNvPr>
          <p:cNvGrpSpPr/>
          <p:nvPr/>
        </p:nvGrpSpPr>
        <p:grpSpPr>
          <a:xfrm>
            <a:off x="3993323" y="669405"/>
            <a:ext cx="4117743" cy="5823990"/>
            <a:chOff x="3840923" y="517005"/>
            <a:chExt cx="4117743" cy="582399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E468B10-1571-025B-644C-F6CB6A392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0923" y="517005"/>
              <a:ext cx="4117743" cy="582399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727C1C3-40C8-86F7-3225-32CE2C3D307F}"/>
                </a:ext>
              </a:extLst>
            </p:cNvPr>
            <p:cNvCxnSpPr>
              <a:cxnSpLocks/>
            </p:cNvCxnSpPr>
            <p:nvPr/>
          </p:nvCxnSpPr>
          <p:spPr>
            <a:xfrm>
              <a:off x="5001491" y="5491116"/>
              <a:ext cx="737458" cy="29094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88343E0-63E0-CE8F-9414-212663DCF924}"/>
                </a:ext>
              </a:extLst>
            </p:cNvPr>
            <p:cNvSpPr/>
            <p:nvPr/>
          </p:nvSpPr>
          <p:spPr>
            <a:xfrm>
              <a:off x="4548170" y="5144458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3237303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D458-40DC-F3D0-4F2A-43F3C858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584AB97-C1DB-0729-0FDB-40FBB0D44C4C}"/>
              </a:ext>
            </a:extLst>
          </p:cNvPr>
          <p:cNvGrpSpPr/>
          <p:nvPr/>
        </p:nvGrpSpPr>
        <p:grpSpPr>
          <a:xfrm>
            <a:off x="3840923" y="517005"/>
            <a:ext cx="4117743" cy="5823990"/>
            <a:chOff x="3840923" y="517005"/>
            <a:chExt cx="4117743" cy="582399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B9D20E5-DA45-11EE-B9CA-34596EDA1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0923" y="517005"/>
              <a:ext cx="4117743" cy="582399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A525FEE-0AC1-05EF-774D-1E9018FC87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1580" y="4829695"/>
              <a:ext cx="873540" cy="73034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D4B1C01-BA9A-1202-38BF-A7B5A71A2538}"/>
                </a:ext>
              </a:extLst>
            </p:cNvPr>
            <p:cNvSpPr/>
            <p:nvPr/>
          </p:nvSpPr>
          <p:spPr>
            <a:xfrm>
              <a:off x="6523234" y="4507580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7FD8FD-A4C0-746F-2898-4F93AE4B6F16}"/>
              </a:ext>
            </a:extLst>
          </p:cNvPr>
          <p:cNvGrpSpPr/>
          <p:nvPr/>
        </p:nvGrpSpPr>
        <p:grpSpPr>
          <a:xfrm>
            <a:off x="3993323" y="669405"/>
            <a:ext cx="4117743" cy="5823990"/>
            <a:chOff x="3840923" y="517005"/>
            <a:chExt cx="4117743" cy="582399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D5E541B-F93F-0249-60D8-7A9DC6084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0923" y="517005"/>
              <a:ext cx="4117743" cy="582399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44AD75F-91BF-21F1-DFCD-BFAE4951B99C}"/>
                </a:ext>
              </a:extLst>
            </p:cNvPr>
            <p:cNvCxnSpPr>
              <a:cxnSpLocks/>
              <a:stCxn id="12" idx="5"/>
            </p:cNvCxnSpPr>
            <p:nvPr/>
          </p:nvCxnSpPr>
          <p:spPr>
            <a:xfrm>
              <a:off x="5047683" y="5591968"/>
              <a:ext cx="912543" cy="22225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CAE9A7B-C287-44B6-18B3-99177DDAC69B}"/>
                </a:ext>
              </a:extLst>
            </p:cNvPr>
            <p:cNvSpPr/>
            <p:nvPr/>
          </p:nvSpPr>
          <p:spPr>
            <a:xfrm>
              <a:off x="4548170" y="5144458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322987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C6C6084-D69E-1272-AABE-9E2924420C0D}"/>
              </a:ext>
            </a:extLst>
          </p:cNvPr>
          <p:cNvGrpSpPr/>
          <p:nvPr/>
        </p:nvGrpSpPr>
        <p:grpSpPr>
          <a:xfrm>
            <a:off x="4220230" y="567778"/>
            <a:ext cx="4045946" cy="5722443"/>
            <a:chOff x="4220230" y="567778"/>
            <a:chExt cx="4045946" cy="57224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C8ED053-1071-CC1B-012F-DAB79F1D9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20230" y="567778"/>
              <a:ext cx="4045946" cy="5722443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B61DD37-1A84-A0D1-B72F-478830684E35}"/>
                </a:ext>
              </a:extLst>
            </p:cNvPr>
            <p:cNvCxnSpPr>
              <a:cxnSpLocks/>
            </p:cNvCxnSpPr>
            <p:nvPr/>
          </p:nvCxnSpPr>
          <p:spPr>
            <a:xfrm>
              <a:off x="4645706" y="1557247"/>
              <a:ext cx="912543" cy="22225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880902-27B1-5538-6582-AC5BB8CD7DEF}"/>
                </a:ext>
              </a:extLst>
            </p:cNvPr>
            <p:cNvSpPr/>
            <p:nvPr/>
          </p:nvSpPr>
          <p:spPr>
            <a:xfrm>
              <a:off x="4220230" y="1218085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2506052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8D9E-5876-FABB-B63B-6E157F87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60761C6-D8CE-5E46-2BE5-D91FEDF8739D}"/>
              </a:ext>
            </a:extLst>
          </p:cNvPr>
          <p:cNvGrpSpPr/>
          <p:nvPr/>
        </p:nvGrpSpPr>
        <p:grpSpPr>
          <a:xfrm>
            <a:off x="4220230" y="567778"/>
            <a:ext cx="4045946" cy="5722443"/>
            <a:chOff x="4220230" y="567778"/>
            <a:chExt cx="4045946" cy="57224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71B74F4-EA57-1508-377D-6B086D402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20230" y="567778"/>
              <a:ext cx="4045946" cy="5722443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8806017-722F-FCEA-1E04-761F926CE3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3203" y="3187676"/>
              <a:ext cx="889117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5083805-CDF1-C932-5FCE-7CCA08F6C181}"/>
                </a:ext>
              </a:extLst>
            </p:cNvPr>
            <p:cNvSpPr/>
            <p:nvPr/>
          </p:nvSpPr>
          <p:spPr>
            <a:xfrm>
              <a:off x="6839712" y="2903611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2775979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746B-775D-5B47-2BFD-7B222FCD0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340B96A-2338-28B7-0896-0AC2C72CEDFB}"/>
              </a:ext>
            </a:extLst>
          </p:cNvPr>
          <p:cNvGrpSpPr/>
          <p:nvPr/>
        </p:nvGrpSpPr>
        <p:grpSpPr>
          <a:xfrm>
            <a:off x="3671590" y="0"/>
            <a:ext cx="4848820" cy="6858000"/>
            <a:chOff x="3671590" y="0"/>
            <a:chExt cx="484882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0ADC6D2-8BD5-E129-96C1-97C38FB53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71590" y="0"/>
              <a:ext cx="4848820" cy="68580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B268E86-70FE-5D0A-42C8-DFF635F3E2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5651" y="1700235"/>
              <a:ext cx="687949" cy="26214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CB1E296-3697-1276-8ED5-113DF0149909}"/>
                </a:ext>
              </a:extLst>
            </p:cNvPr>
            <p:cNvSpPr/>
            <p:nvPr/>
          </p:nvSpPr>
          <p:spPr>
            <a:xfrm>
              <a:off x="5789404" y="1370502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1630729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9A1B-9336-CFD3-F7CA-350E7DB7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AF00C13-4789-C9F2-BF6C-E1CB61E0B52B}"/>
              </a:ext>
            </a:extLst>
          </p:cNvPr>
          <p:cNvGrpSpPr/>
          <p:nvPr/>
        </p:nvGrpSpPr>
        <p:grpSpPr>
          <a:xfrm>
            <a:off x="3671590" y="0"/>
            <a:ext cx="4848820" cy="6858000"/>
            <a:chOff x="3671590" y="0"/>
            <a:chExt cx="484882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20C51D8-1F00-E1A1-5631-A1927B97C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71590" y="0"/>
              <a:ext cx="4848820" cy="68580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6D40111-9F09-3AB4-26DB-B588FC5744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8963" y="3694176"/>
              <a:ext cx="1071997" cy="389612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9BC6EF0-E62D-0541-778A-261661558C19}"/>
                </a:ext>
              </a:extLst>
            </p:cNvPr>
            <p:cNvSpPr/>
            <p:nvPr/>
          </p:nvSpPr>
          <p:spPr>
            <a:xfrm>
              <a:off x="7515469" y="3364692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878761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32EC2-8F80-E86E-BD76-BEC4C0A98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29DDD37-489D-4B0C-43CF-96C3EFE43803}"/>
              </a:ext>
            </a:extLst>
          </p:cNvPr>
          <p:cNvGrpSpPr/>
          <p:nvPr/>
        </p:nvGrpSpPr>
        <p:grpSpPr>
          <a:xfrm>
            <a:off x="3671590" y="0"/>
            <a:ext cx="4848820" cy="6858000"/>
            <a:chOff x="3671590" y="0"/>
            <a:chExt cx="484882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AE934FA-2256-488E-B572-A7FA5131C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71590" y="0"/>
              <a:ext cx="4848820" cy="68580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4AE5B75-4B9D-3701-86A3-9541987FDE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95744" y="3364692"/>
              <a:ext cx="419725" cy="65175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6369CF9-B4D8-507C-AB0D-913FADBE8806}"/>
                </a:ext>
              </a:extLst>
            </p:cNvPr>
            <p:cNvSpPr/>
            <p:nvPr/>
          </p:nvSpPr>
          <p:spPr>
            <a:xfrm>
              <a:off x="7314301" y="2959574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291059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FEAE-D1D5-1909-AB1F-18CB16A4F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9C4EC10-1A2D-F720-3F3B-26D4DD183720}"/>
              </a:ext>
            </a:extLst>
          </p:cNvPr>
          <p:cNvGrpSpPr/>
          <p:nvPr/>
        </p:nvGrpSpPr>
        <p:grpSpPr>
          <a:xfrm>
            <a:off x="3671590" y="0"/>
            <a:ext cx="4848820" cy="6858000"/>
            <a:chOff x="3671590" y="0"/>
            <a:chExt cx="484882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8B5F528-D191-418D-2DE1-5D8EC7678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71590" y="0"/>
              <a:ext cx="4848820" cy="68580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52A9E7A-D114-F70B-B509-D776C492EF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7929" y="3121152"/>
              <a:ext cx="612199" cy="654788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E50C657-2A64-ABA2-56F2-961F81BBE10A}"/>
                </a:ext>
              </a:extLst>
            </p:cNvPr>
            <p:cNvSpPr/>
            <p:nvPr/>
          </p:nvSpPr>
          <p:spPr>
            <a:xfrm>
              <a:off x="6942445" y="2752310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2217253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0CB-FDAE-7139-06A4-EBE34F7AB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82AF776-1795-3653-B83E-5E2F7EFD02DE}"/>
              </a:ext>
            </a:extLst>
          </p:cNvPr>
          <p:cNvGrpSpPr/>
          <p:nvPr/>
        </p:nvGrpSpPr>
        <p:grpSpPr>
          <a:xfrm>
            <a:off x="3671590" y="0"/>
            <a:ext cx="4848820" cy="6858000"/>
            <a:chOff x="3671590" y="0"/>
            <a:chExt cx="484882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7D2A36C-BFD6-910A-93B6-2B8C641D0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71590" y="0"/>
              <a:ext cx="4848820" cy="68580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3CBBF06-27CA-56C7-43FA-02746A97C4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5728" y="5006340"/>
              <a:ext cx="936185" cy="492252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6AB56C1-56B3-2B81-F0B9-AD43D7C33A1C}"/>
                </a:ext>
              </a:extLst>
            </p:cNvPr>
            <p:cNvSpPr/>
            <p:nvPr/>
          </p:nvSpPr>
          <p:spPr>
            <a:xfrm>
              <a:off x="5803392" y="5240274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3508869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4DEC-A249-E30F-285B-25EB5B74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BC24AE4-C56E-0214-CB51-2C99F723A4A9}"/>
              </a:ext>
            </a:extLst>
          </p:cNvPr>
          <p:cNvGrpSpPr/>
          <p:nvPr/>
        </p:nvGrpSpPr>
        <p:grpSpPr>
          <a:xfrm>
            <a:off x="3671590" y="0"/>
            <a:ext cx="4848820" cy="6858000"/>
            <a:chOff x="3671590" y="0"/>
            <a:chExt cx="484882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CCBEA97-F3AD-E60A-DF89-9A88EDEB7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71590" y="0"/>
              <a:ext cx="4848820" cy="68580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86546A2-B645-9288-B9CE-85B16933C5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7360" y="1816608"/>
              <a:ext cx="1097280" cy="610362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695AF96-EEC0-E897-26A0-FC42A5FA905F}"/>
                </a:ext>
              </a:extLst>
            </p:cNvPr>
            <p:cNvSpPr/>
            <p:nvPr/>
          </p:nvSpPr>
          <p:spPr>
            <a:xfrm>
              <a:off x="6254496" y="1554463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4180065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BC16-B751-D25D-68F0-33326A7A9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4D7C913-7E00-5220-9BB0-3D2DBBDD67BB}"/>
              </a:ext>
            </a:extLst>
          </p:cNvPr>
          <p:cNvGrpSpPr/>
          <p:nvPr/>
        </p:nvGrpSpPr>
        <p:grpSpPr>
          <a:xfrm>
            <a:off x="2367046" y="1377696"/>
            <a:ext cx="4862810" cy="4139201"/>
            <a:chOff x="2367046" y="1377696"/>
            <a:chExt cx="4862810" cy="41392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A1C520C-31B5-5C91-39E5-1F2BB187E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289"/>
            <a:stretch/>
          </p:blipFill>
          <p:spPr>
            <a:xfrm>
              <a:off x="2367046" y="1377696"/>
              <a:ext cx="4862810" cy="3877056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59EA081-6CAE-C522-3765-E9C10AB414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52288" y="4475226"/>
              <a:ext cx="707136" cy="6819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EC5096B-8601-5B0D-A578-F636BD9E620C}"/>
                </a:ext>
              </a:extLst>
            </p:cNvPr>
            <p:cNvSpPr/>
            <p:nvPr/>
          </p:nvSpPr>
          <p:spPr>
            <a:xfrm>
              <a:off x="5839970" y="4992607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3621836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5EDD-45B0-FFF8-7CAA-AABA318BF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05DB187-9534-4F4B-87B7-DF2EC020D059}"/>
              </a:ext>
            </a:extLst>
          </p:cNvPr>
          <p:cNvGrpSpPr/>
          <p:nvPr/>
        </p:nvGrpSpPr>
        <p:grpSpPr>
          <a:xfrm>
            <a:off x="2452390" y="1359399"/>
            <a:ext cx="4996922" cy="3877056"/>
            <a:chOff x="2367046" y="1377696"/>
            <a:chExt cx="4996922" cy="38770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87347DC-F4F3-4E5C-F60F-CCB473E6E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289"/>
            <a:stretch/>
          </p:blipFill>
          <p:spPr>
            <a:xfrm>
              <a:off x="2367046" y="1377696"/>
              <a:ext cx="4862810" cy="3877056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136BCD8-D631-5C0B-DBC3-56F7535D65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32834" y="2535936"/>
              <a:ext cx="1828798" cy="917448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43DD9C5-E335-F72D-098D-F686840A5A96}"/>
                </a:ext>
              </a:extLst>
            </p:cNvPr>
            <p:cNvSpPr/>
            <p:nvPr/>
          </p:nvSpPr>
          <p:spPr>
            <a:xfrm>
              <a:off x="6778752" y="2273791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1630068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F2C4E-B45A-73DA-F2E2-97952ACEE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814148C-8540-3896-856B-502AF26F4ACF}"/>
              </a:ext>
            </a:extLst>
          </p:cNvPr>
          <p:cNvGrpSpPr/>
          <p:nvPr/>
        </p:nvGrpSpPr>
        <p:grpSpPr>
          <a:xfrm>
            <a:off x="2805958" y="1786119"/>
            <a:ext cx="4862810" cy="3877056"/>
            <a:chOff x="2367046" y="1377696"/>
            <a:chExt cx="4862810" cy="38770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2AFA46E-4C52-7054-E130-046DABCD1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289"/>
            <a:stretch/>
          </p:blipFill>
          <p:spPr>
            <a:xfrm>
              <a:off x="2367046" y="1377696"/>
              <a:ext cx="4862810" cy="3877056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C69DCEB-BE43-D364-DE75-71CD6DDA9CCC}"/>
                </a:ext>
              </a:extLst>
            </p:cNvPr>
            <p:cNvCxnSpPr>
              <a:cxnSpLocks/>
            </p:cNvCxnSpPr>
            <p:nvPr/>
          </p:nvCxnSpPr>
          <p:spPr>
            <a:xfrm>
              <a:off x="4364736" y="1810521"/>
              <a:ext cx="463298" cy="130148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33E490C-386C-E441-9129-EDE4B9C512EB}"/>
                </a:ext>
              </a:extLst>
            </p:cNvPr>
            <p:cNvSpPr/>
            <p:nvPr/>
          </p:nvSpPr>
          <p:spPr>
            <a:xfrm>
              <a:off x="4072128" y="1382263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1577646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4DEE-2487-9C78-69BA-DF2363A1C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49E7574-98DA-B00F-8003-1C1B2EB8E960}"/>
              </a:ext>
            </a:extLst>
          </p:cNvPr>
          <p:cNvGrpSpPr/>
          <p:nvPr/>
        </p:nvGrpSpPr>
        <p:grpSpPr>
          <a:xfrm>
            <a:off x="2815285" y="0"/>
            <a:ext cx="5710773" cy="6858000"/>
            <a:chOff x="3671590" y="0"/>
            <a:chExt cx="5710773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DB64397-11D5-29A8-9261-4CB8CE64E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1590" y="0"/>
              <a:ext cx="4848820" cy="68580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CE5D470-4EF7-680D-1F60-996ABE802B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80635" y="5763126"/>
              <a:ext cx="816512" cy="9871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4D015B8-029D-4C44-7E82-327797FF3320}"/>
                </a:ext>
              </a:extLst>
            </p:cNvPr>
            <p:cNvSpPr/>
            <p:nvPr/>
          </p:nvSpPr>
          <p:spPr>
            <a:xfrm>
              <a:off x="8797147" y="5500981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</p:spTree>
    <p:extLst>
      <p:ext uri="{BB962C8B-B14F-4D97-AF65-F5344CB8AC3E}">
        <p14:creationId xmlns:p14="http://schemas.microsoft.com/office/powerpoint/2010/main" val="3294418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A4757-738D-8DCE-D6ED-58819B1A5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55386C6-82E4-96FB-AF34-B13E1C041FCA}"/>
              </a:ext>
            </a:extLst>
          </p:cNvPr>
          <p:cNvGrpSpPr/>
          <p:nvPr/>
        </p:nvGrpSpPr>
        <p:grpSpPr>
          <a:xfrm>
            <a:off x="3043885" y="0"/>
            <a:ext cx="4848820" cy="6858000"/>
            <a:chOff x="3671590" y="0"/>
            <a:chExt cx="484882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9DBF648-5F21-0A06-C637-7D3D4E674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1590" y="0"/>
              <a:ext cx="4848820" cy="68580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ED8DDA1-8D29-909D-9D59-1234EAA30763}"/>
                </a:ext>
              </a:extLst>
            </p:cNvPr>
            <p:cNvCxnSpPr>
              <a:cxnSpLocks/>
            </p:cNvCxnSpPr>
            <p:nvPr/>
          </p:nvCxnSpPr>
          <p:spPr>
            <a:xfrm>
              <a:off x="7747693" y="3910263"/>
              <a:ext cx="0" cy="1590718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035067D-3F01-CCEE-7CFD-7575BDD89EF2}"/>
                </a:ext>
              </a:extLst>
            </p:cNvPr>
            <p:cNvSpPr/>
            <p:nvPr/>
          </p:nvSpPr>
          <p:spPr>
            <a:xfrm>
              <a:off x="7455085" y="3648118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</p:spTree>
    <p:extLst>
      <p:ext uri="{BB962C8B-B14F-4D97-AF65-F5344CB8AC3E}">
        <p14:creationId xmlns:p14="http://schemas.microsoft.com/office/powerpoint/2010/main" val="2963747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5C516-0DD7-A6C6-4B6A-0FA0C3ABD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DF6B3D2-7D89-A05D-D0B8-8CE0D1F60520}"/>
              </a:ext>
            </a:extLst>
          </p:cNvPr>
          <p:cNvGrpSpPr/>
          <p:nvPr/>
        </p:nvGrpSpPr>
        <p:grpSpPr>
          <a:xfrm>
            <a:off x="3043885" y="0"/>
            <a:ext cx="5860627" cy="6858000"/>
            <a:chOff x="3671590" y="0"/>
            <a:chExt cx="5860627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70F871-C64C-BAE0-3331-19519F1A8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1590" y="0"/>
              <a:ext cx="4848820" cy="68580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E42C6B8-8FFC-D179-1827-8BF94FBB73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04893" y="5041229"/>
              <a:ext cx="905075" cy="625642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A38ECBB-B718-AC30-C1BF-80F68E3A1A33}"/>
                </a:ext>
              </a:extLst>
            </p:cNvPr>
            <p:cNvSpPr/>
            <p:nvPr/>
          </p:nvSpPr>
          <p:spPr>
            <a:xfrm>
              <a:off x="8947001" y="4670802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</p:spTree>
    <p:extLst>
      <p:ext uri="{BB962C8B-B14F-4D97-AF65-F5344CB8AC3E}">
        <p14:creationId xmlns:p14="http://schemas.microsoft.com/office/powerpoint/2010/main" val="949310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8F38-7D94-CAF1-5A8B-051FA13EB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664CD4B-E5C3-9A8C-4281-23B9C35189FC}"/>
              </a:ext>
            </a:extLst>
          </p:cNvPr>
          <p:cNvGrpSpPr/>
          <p:nvPr/>
        </p:nvGrpSpPr>
        <p:grpSpPr>
          <a:xfrm>
            <a:off x="3043885" y="0"/>
            <a:ext cx="4848820" cy="6858000"/>
            <a:chOff x="3671590" y="0"/>
            <a:chExt cx="484882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A6EDA7F-7F6E-E46C-0626-3CCCC3FAC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1590" y="0"/>
              <a:ext cx="4848820" cy="68580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B2C18FA-999C-CEC0-0D98-D116BAEAA2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36253" y="4199021"/>
              <a:ext cx="278053" cy="97455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8F58D6B-9C3B-66FD-49D0-DAEC62120A8A}"/>
                </a:ext>
              </a:extLst>
            </p:cNvPr>
            <p:cNvSpPr/>
            <p:nvPr/>
          </p:nvSpPr>
          <p:spPr>
            <a:xfrm>
              <a:off x="7421698" y="3768434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E68CCDD-EE20-BB4E-6B98-45065BDEFBDE}"/>
              </a:ext>
            </a:extLst>
          </p:cNvPr>
          <p:cNvGrpSpPr/>
          <p:nvPr/>
        </p:nvGrpSpPr>
        <p:grpSpPr>
          <a:xfrm>
            <a:off x="3196285" y="152400"/>
            <a:ext cx="4848820" cy="6858000"/>
            <a:chOff x="3671590" y="0"/>
            <a:chExt cx="4848820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8DED38E-7E8D-75AB-F88A-56148474F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1590" y="0"/>
              <a:ext cx="4848820" cy="6858000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1EE67EB-9AB6-B91F-FED2-E566B796C2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36253" y="4199021"/>
              <a:ext cx="278053" cy="97455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4D709CA-351B-D2BD-F728-B2A71DF304FC}"/>
                </a:ext>
              </a:extLst>
            </p:cNvPr>
            <p:cNvSpPr/>
            <p:nvPr/>
          </p:nvSpPr>
          <p:spPr>
            <a:xfrm>
              <a:off x="7421698" y="3768434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</p:spTree>
    <p:extLst>
      <p:ext uri="{BB962C8B-B14F-4D97-AF65-F5344CB8AC3E}">
        <p14:creationId xmlns:p14="http://schemas.microsoft.com/office/powerpoint/2010/main" val="1843860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55A8C-7DEC-5609-38F9-6106521D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ECF1A90-7DDD-A1B9-02DF-B8943AE3565A}"/>
              </a:ext>
            </a:extLst>
          </p:cNvPr>
          <p:cNvGrpSpPr/>
          <p:nvPr/>
        </p:nvGrpSpPr>
        <p:grpSpPr>
          <a:xfrm>
            <a:off x="3468390" y="0"/>
            <a:ext cx="4848820" cy="6858000"/>
            <a:chOff x="3468390" y="0"/>
            <a:chExt cx="4848820" cy="6858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2FADEE3-BD21-48A1-97BC-BFB35BCF9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468390" y="0"/>
              <a:ext cx="4848820" cy="6858000"/>
            </a:xfrm>
            <a:prstGeom prst="rect">
              <a:avLst/>
            </a:prstGeom>
          </p:spPr>
        </p:pic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EE691587-3FD8-68A1-D7F7-5662067F3F41}"/>
                </a:ext>
              </a:extLst>
            </p:cNvPr>
            <p:cNvCxnSpPr>
              <a:cxnSpLocks/>
            </p:cNvCxnSpPr>
            <p:nvPr/>
          </p:nvCxnSpPr>
          <p:spPr>
            <a:xfrm>
              <a:off x="5209674" y="3308684"/>
              <a:ext cx="545626" cy="55211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59D7269-21F7-E17B-5E6F-AFEF2D1AB0BA}"/>
                </a:ext>
              </a:extLst>
            </p:cNvPr>
            <p:cNvSpPr/>
            <p:nvPr/>
          </p:nvSpPr>
          <p:spPr>
            <a:xfrm>
              <a:off x="4770468" y="2977444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5C140C-EB3B-9F47-5077-7305888699F6}"/>
              </a:ext>
            </a:extLst>
          </p:cNvPr>
          <p:cNvGrpSpPr/>
          <p:nvPr/>
        </p:nvGrpSpPr>
        <p:grpSpPr>
          <a:xfrm>
            <a:off x="3620790" y="152400"/>
            <a:ext cx="4848820" cy="6858000"/>
            <a:chOff x="3468390" y="0"/>
            <a:chExt cx="4848820" cy="68580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BB1039F-D478-7DEE-4807-AB01FF25A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3468390" y="0"/>
              <a:ext cx="4848820" cy="6858000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3974BB5-A497-D818-8B66-9E7F42873B13}"/>
                </a:ext>
              </a:extLst>
            </p:cNvPr>
            <p:cNvCxnSpPr>
              <a:cxnSpLocks/>
            </p:cNvCxnSpPr>
            <p:nvPr/>
          </p:nvCxnSpPr>
          <p:spPr>
            <a:xfrm>
              <a:off x="5209674" y="3308684"/>
              <a:ext cx="545626" cy="55211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43E531-6C1B-0587-5CDB-D648A0ACB91D}"/>
                </a:ext>
              </a:extLst>
            </p:cNvPr>
            <p:cNvSpPr/>
            <p:nvPr/>
          </p:nvSpPr>
          <p:spPr>
            <a:xfrm>
              <a:off x="4770468" y="2977444"/>
              <a:ext cx="585216" cy="52429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</p:spTree>
    <p:extLst>
      <p:ext uri="{BB962C8B-B14F-4D97-AF65-F5344CB8AC3E}">
        <p14:creationId xmlns:p14="http://schemas.microsoft.com/office/powerpoint/2010/main" val="1584631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0</Words>
  <Application>Microsoft Macintosh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Võ Thành Nghĩa</dc:creator>
  <cp:lastModifiedBy>Võ Thành Nghĩa</cp:lastModifiedBy>
  <cp:revision>10</cp:revision>
  <dcterms:created xsi:type="dcterms:W3CDTF">2026-09-20T02:57:37Z</dcterms:created>
  <dcterms:modified xsi:type="dcterms:W3CDTF">2026-09-20T13:48:07Z</dcterms:modified>
</cp:coreProperties>
</file>